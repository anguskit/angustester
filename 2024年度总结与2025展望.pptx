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194560"/>
            <a:ext cx="3931920" cy="635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2024年度工作总结与2025展望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A7CBD"/>
                </a:solidFill>
                <a:latin typeface="Microsoft YaHei"/>
              </a:defRPr>
            </a:pPr>
            <a:r>
              <a:t>XX科技有限公司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Microsoft YaHei"/>
              </a:defRPr>
            </a:pPr>
            <a:r>
              <a:t>汇报人：XXX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2025年X月X日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本次会议主题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21"/>
                </a:solidFill>
                <a:latin typeface="Microsoft YaHei"/>
              </a:defRPr>
            </a:pPr>
            <a:r>
              <a:t>回顾2024 · 正视问题 · 拥抱变化 · 布局未来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411480" cy="411480"/>
          </a:xfrm>
          <a:prstGeom prst="ellipse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6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年度自我复盘与反思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880360"/>
            <a:ext cx="411480" cy="411480"/>
          </a:xfrm>
          <a:prstGeom prst="ellipse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5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AI浪潮下的行业变革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566160"/>
            <a:ext cx="411480" cy="411480"/>
          </a:xfrm>
          <a:prstGeom prst="ellipse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40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客户战略转型：从toB到toC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251960"/>
            <a:ext cx="411480" cy="411480"/>
          </a:xfrm>
          <a:prstGeom prst="ellipse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26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出海战略：美元支付全球化销售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937760"/>
            <a:ext cx="411480" cy="411480"/>
          </a:xfrm>
          <a:prstGeom prst="ellipse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12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新产品与新方向规划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623560"/>
            <a:ext cx="411480" cy="411480"/>
          </a:xfrm>
          <a:prstGeom prst="ellipse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98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7月融资计划与资金使用规划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直面问题，才能解决问题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144000" cy="27432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</a:p>
          <a:p>
            <a:pPr algn="l">
              <a:spcBef>
                <a:spcPts val="3000"/>
              </a:spcBef>
              <a:spcAft>
                <a:spcPts val="4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2024年是艰难的一年，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我们在业绩、产品、项目三个维度均未达预期。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0"/>
              </a:spcBef>
              <a:spcAft>
                <a:spcPts val="400"/>
              </a:spcAft>
              <a:defRPr sz="2200" b="1">
                <a:solidFill>
                  <a:srgbClr val="E74C3C"/>
                </a:solidFill>
                <a:latin typeface="Microsoft YaHei"/>
              </a:defRPr>
            </a:pPr>
            <a:r>
              <a:t>作为公司负责人，我负主要责任。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212080"/>
            <a:ext cx="201168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业绩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5212080"/>
            <a:ext cx="2011680" cy="9144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产品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212080"/>
            <a:ext cx="201168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业绩：距目标差距明显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9144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实际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年度营收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200万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18.8万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-181.2万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21"/>
                </a:solidFill>
                <a:latin typeface="Microsoft YaHei"/>
              </a:defRPr>
            </a:pPr>
            <a:r>
              <a:t>收入构成：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基础收入：1万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项目收入：17.8万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反思：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Microsoft YaHei"/>
              </a:defRPr>
            </a:pPr>
            <a:r>
              <a:t>✗  200万营收门槛未达到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74C3C"/>
                </a:solidFill>
                <a:latin typeface="Microsoft YaHei"/>
              </a:defRPr>
            </a:pPr>
            <a:r>
              <a:t>✗  商业模式尚未跑通，营收结构单一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74C3C"/>
                </a:solidFill>
                <a:latin typeface="Microsoft YaHei"/>
              </a:defRPr>
            </a:pPr>
            <a:r>
              <a:t>✗  市场拓展力度不足，客户转化率低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</a:p>
          <a:p>
            <a:pPr algn="ctr">
              <a:spcBef>
                <a:spcPts val="600"/>
              </a:spcBef>
              <a:spcAft>
                <a:spcPts val="400"/>
              </a:spcAft>
              <a:defRPr sz="2800" b="1">
                <a:solidFill>
                  <a:srgbClr val="E74C3C"/>
                </a:solidFill>
                <a:latin typeface="Microsoft YaHei"/>
              </a:defRPr>
            </a:pPr>
            <a:r>
              <a:t>18.8万 vs 200万目标 —— 仅完成 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产品：推倒重来的阵痛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9601200" cy="64008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21"/>
                </a:solidFill>
                <a:latin typeface="Microsoft YaHei"/>
              </a:defRPr>
            </a:pPr>
            <a:r>
              <a:t>▸  产品方向经历重大调整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9601200" cy="64008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21"/>
                </a:solidFill>
                <a:latin typeface="Microsoft YaHei"/>
              </a:defRPr>
            </a:pPr>
            <a:r>
              <a:t>▸  前期研发投入的工作基本需要重新来过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9601200" cy="64008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21"/>
                </a:solidFill>
                <a:latin typeface="Microsoft YaHei"/>
              </a:defRPr>
            </a:pPr>
            <a:r>
              <a:t>▸  时间成本与资金成本双重损失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根因分析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46320"/>
            <a:ext cx="164592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 前期产品定位不够精准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32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 市场需求验证不充分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 技术路线选择需要迭代优化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项目：4个项目参与，0个签约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项目A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深度参与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未签约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项目B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方案提交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未签约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项目C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商务洽谈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未签约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项目D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技术对接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未签约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反思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109728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 签约转化率为0，需重新审视销售策略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 toB项目签约周期长、决策链复杂、回款慢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 过度依赖toB大客户模式，抗风险能力弱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顺势而为 · 拥抱AI浪潮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3017520" cy="635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39C12"/>
                </a:solidFill>
                <a:latin typeface="Microsoft YaHei"/>
              </a:defRPr>
            </a:pPr>
            <a:r>
              <a:t>"当风来的时候，不要建墙，要建风车。"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AI正在重塑软件测试行业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技术进步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AI驱动的自动化测试、智能缺陷检测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测试用例自动生成、代码审查智能化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457200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383280" cy="64008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691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传统需要10人团队的项目，现在3-5人即可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测试周期大幅缩短，交付速度倍增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645920"/>
            <a:ext cx="3383280" cy="457200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645920"/>
            <a:ext cx="338328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1691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一人公司的可能性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560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AI赋能下，小团队可交付中大型项目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降低人力成本，提升利润空间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840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这是我们"小而美"公司的最大机遇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危机 = 危险 + 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21"/>
                </a:solidFill>
                <a:latin typeface="Microsoft YaHei"/>
              </a:defRPr>
            </a:pPr>
            <a:r>
              <a:t>行业机遇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传统测试外包市场正在被颠覆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→ 智能测试服务需求激增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企业对"AI+测试"解决方案买单意愿增强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全球中小企业和个人开发者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对轻量级测试工具需求爆发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21"/>
                </a:solidFill>
                <a:latin typeface="Microsoft YaHei"/>
              </a:defRPr>
            </a:pPr>
            <a:r>
              <a:t>我们的机遇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船小好掉头，快速转型AI测试服务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用AI工具武装团队，以小博大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从服务国内toB客户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  → 产品化出海服务全球toC用户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战略转型：toB → toC为重心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926080"/>
          </a:xfrm>
          <a:prstGeom prst="round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toB模式的痛点（过去）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9999"/>
                </a:solidFill>
                <a:latin typeface="Microsoft YaHei"/>
              </a:defRPr>
            </a:pPr>
            <a:r>
              <a:t>✗  销售周期长（3-6个月甚至更久）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9999"/>
                </a:solidFill>
                <a:latin typeface="Microsoft YaHei"/>
              </a:defRPr>
            </a:pPr>
            <a:r>
              <a:t>✗  决策链复杂（多层审批、招投标）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9999"/>
                </a:solidFill>
                <a:latin typeface="Microsoft YaHei"/>
              </a:defRPr>
            </a:pPr>
            <a:r>
              <a:t>✗  回款周期慢，现金流压力大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9999"/>
                </a:solidFill>
                <a:latin typeface="Microsoft YaHei"/>
              </a:defRPr>
            </a:pPr>
            <a:r>
              <a:t>✗  定制化需求多，难以规模化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93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9999"/>
                </a:solidFill>
                <a:latin typeface="Microsoft YaHei"/>
              </a:defRPr>
            </a:pPr>
            <a:r>
              <a:t>✗  4个项目0签约，充分验证了困境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92608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toC模式的优势（未来）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E899"/>
                </a:solidFill>
                <a:latin typeface="Microsoft YaHei"/>
              </a:defRPr>
            </a:pPr>
            <a:r>
              <a:t>✓  用户自主注册、自主付费，无需商务谈判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76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E899"/>
                </a:solidFill>
                <a:latin typeface="Microsoft YaHei"/>
              </a:defRPr>
            </a:pPr>
            <a:r>
              <a:t>✓  标准化产品，边际成本趋近于零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151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E899"/>
                </a:solidFill>
                <a:latin typeface="Microsoft YaHei"/>
              </a:defRPr>
            </a:pPr>
            <a:r>
              <a:t>✓  付费决策快（个人/小团队决策）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540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E899"/>
                </a:solidFill>
                <a:latin typeface="Microsoft YaHei"/>
              </a:defRPr>
            </a:pPr>
            <a:r>
              <a:t>✓  现金流健康，按月/按年订阅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93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E899"/>
                </a:solidFill>
                <a:latin typeface="Microsoft YaHei"/>
              </a:defRPr>
            </a:pPr>
            <a:r>
              <a:t>✓  用户基数大，增长天花板更高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94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8C2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21"/>
                </a:solidFill>
                <a:latin typeface="Microsoft YaHei"/>
              </a:defRPr>
            </a:pPr>
            <a:r>
              <a:t>目标客户画像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4846320"/>
          <a:ext cx="10058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E86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E86C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用户类型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独立开发者、自由职业者、小型创业团队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地区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全球市场（重点：北美、欧洲、东南亚）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轻量级、即开即用的AI测试工具/平台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付费能力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$9-$99/月 订阅制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出海 · 赚美元 · 全球化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27432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21"/>
                </a:solidFill>
                <a:latin typeface="Microsoft YaHei"/>
              </a:defRPr>
            </a:pPr>
            <a:r>
              <a:t>为什么要出海？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全球开发者超3000万，测试工具市场持续增长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美元定价，汇率优势（1美元≈7.2元人民币）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海外用户付费意愿强，SaaS订阅模式成熟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国内卷价格，海外卷价值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21"/>
                </a:solidFill>
                <a:latin typeface="Microsoft YaHei"/>
              </a:defRPr>
            </a:pPr>
            <a:r>
              <a:t>美元支付体系搭建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37160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E86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E86C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支付渠道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Stripe / Paddle / LemonSqueezy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定价策略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美元计价，Free/Pro/Enterprise三档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收款主体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海外公司 或 Payoneer等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合规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税务合规（VAT/GST自动处理）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21"/>
                </a:solidFill>
                <a:latin typeface="Microsoft YaHei"/>
              </a:defRPr>
            </a:pPr>
            <a:r>
              <a:t>出海销售策略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10058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21"/>
                </a:solidFill>
                <a:latin typeface="Microsoft YaHei"/>
              </a:defRPr>
            </a:pPr>
            <a:r>
              <a:t>Product Hunt / Hacker 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首发获取种子用户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931920"/>
            <a:ext cx="3383280" cy="10058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21"/>
                </a:solidFill>
                <a:latin typeface="Microsoft YaHei"/>
              </a:defRPr>
            </a:pPr>
            <a:r>
              <a:t>SEO + 内容营销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英文博客、YouTube教程、技术文档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3931920"/>
            <a:ext cx="3383280" cy="10058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21"/>
                </a:solidFill>
                <a:latin typeface="Microsoft YaHei"/>
              </a:defRPr>
            </a:pPr>
            <a:r>
              <a:t>社媒运营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Twitter/X、Reddit、LinkedIn、Discord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3383280" cy="10058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21"/>
                </a:solidFill>
                <a:latin typeface="Microsoft YaHei"/>
              </a:defRPr>
            </a:pPr>
            <a:r>
              <a:t>Affiliate联盟营销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让用户帮你卖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5120640"/>
            <a:ext cx="3383280" cy="10058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5166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21"/>
                </a:solidFill>
                <a:latin typeface="Microsoft YaHei"/>
              </a:defRPr>
            </a:pPr>
            <a:r>
              <a:t>Free增值模式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5577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免费版引流 → 付费版转化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2025：破局之年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21"/>
                </a:solidFill>
                <a:latin typeface="Microsoft YaHei"/>
              </a:defRPr>
            </a:pPr>
            <a:r>
              <a:t>新产品规划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AI智能测试平台（自动化测试+AI分析）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— 全球SaaS版本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面向个人开发者和小团队的轻量级质量保障工具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支持多语言、多框架，开箱即用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21"/>
                </a:solidFill>
                <a:latin typeface="Microsoft YaHei"/>
              </a:defRPr>
            </a:pPr>
            <a:r>
              <a:t>新方向（三大转变）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9319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从（过去）</a:t>
                      </a:r>
                    </a:p>
                  </a:txBody>
                  <a:tcPr>
                    <a:solidFill>
                      <a:srgbClr val="E86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到（未来）</a:t>
                      </a:r>
                    </a:p>
                  </a:txBody>
                  <a:tcPr>
                    <a:solidFill>
                      <a:srgbClr val="E86C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人力驱动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AI+人力混合模式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toB项目制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toC产品订阅制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国内市场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全球市场·美元收入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21"/>
                </a:solidFill>
                <a:latin typeface="Microsoft YaHei"/>
              </a:defRPr>
            </a:pPr>
            <a:r>
              <a:t>关键目标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737360"/>
            <a:ext cx="4572000" cy="7772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8288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完成新产品MVP并上线（中英文双版本）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697480"/>
            <a:ext cx="4572000" cy="7772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7889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搭建美元支付出海体系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657600"/>
            <a:ext cx="4572000" cy="7772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7490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年底实现MRR $10,000+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617720"/>
            <a:ext cx="4572000" cy="77724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709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建立可复制、可规模化的SaaS商业模式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融资计划：为规模化增长蓄力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启动时间：2025年7月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21"/>
                </a:solidFill>
                <a:latin typeface="Microsoft YaHei"/>
              </a:defRPr>
            </a:pPr>
            <a:r>
              <a:t>为什么是7月？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Q1-Q2：完成产品MVP、验证市场需求、跑通商业模式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7月：带着产品+数据+用户去融资，而非PPT融资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用前6个月的成绩证明方向可行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融资目标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645920"/>
          <a:ext cx="5029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融资轮次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天使轮 / Pre-A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融资金额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200-500万人民币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资金用途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团队扩充 + 推广运营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出让股比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10%-20%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融资前的关键里程碑（融资"入场券"）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029200" cy="777240"/>
          </a:xfrm>
          <a:prstGeom prst="round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产品上线并稳定运行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029200" cy="777240"/>
          </a:xfrm>
          <a:prstGeom prst="round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付费用户≥100人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5029200" cy="777240"/>
          </a:xfrm>
          <a:prstGeom prst="round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MRR≥$2,000（证明营收能力）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303520"/>
            <a:ext cx="5029200" cy="777240"/>
          </a:xfrm>
          <a:prstGeom prst="round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✓  用户月增长率≥20%（证明增长潜力）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团队扩充计划：精兵强将，10人以内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13232"/>
            <a:ext cx="27432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21"/>
                </a:solidFill>
                <a:latin typeface="Microsoft YaHei"/>
              </a:defRPr>
            </a:pPr>
            <a:r>
              <a:t>核心原则：AI时代不堆人头，每个人都是多面手，10人团队打出50人的战斗力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9326880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097280"/>
                <a:gridCol w="1828800"/>
                <a:gridCol w="3657600"/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岗位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月薪预估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创始人/CEO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战略、产品、融资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全栈工程师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2-3万/人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产品研发、AI功能开发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AI算法工程师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2.5-4万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AI模型训练、测试智能化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前端工程师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1.5-2.5万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用户界面、产品体验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海外增长/运营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1.5-2.5万/人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SEO、内容营销、社媒运营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客户成功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1-1.5万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用户支持、留存、反馈收集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设计师（兼职）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0.8-1.2万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UI/UX、品牌视觉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9-10人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团队年度人力成本预估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846320"/>
          <a:ext cx="4572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月度人力成本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约15-22万/月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年度人力成本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约180-260万/年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融资后6个月成本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约90-130万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招聘策略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优先远程办公，降低办公成本，扩大人才池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49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技术岗优先招有AI工具使用经验的人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760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海外运营岗可招聘海外华人或本地化人才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172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• 前期核心岗位可给期权，降低现金压力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推广运营预算：精准投放，高效增长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13232"/>
            <a:ext cx="27432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94183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645920"/>
                <a:gridCol w="411480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预算(万元)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付费投放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 Ads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20-30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关键词广告，精准获客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付费投放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Twitter/X Ads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5-10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开发者社区精准投放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付费投放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Reddit Ads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技术社区定向推广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内容营销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SEO+博客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5-8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英文技术文章、教程产出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内容营销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YouTube视频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产品教程、技术分享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社区运营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Discord/社群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用户社区建设与维护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社区运营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开源社区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GitHub开源项目引流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品牌曝光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Product Hunt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首发活动策划与推广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品牌曝光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技术大会/赞助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海外开发者大会曝光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联盟营销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Affiliate计划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5-8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用户推荐返佣机制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工具/基建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SaaS工具订阅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分析、邮件、客服等工具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工具/基建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服务器/云服务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8-12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AWS/GCP 产品部署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60-96万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预期获客效果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5303520"/>
          <a:ext cx="457200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CAC（获客成本）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≤$15/注册用户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注册用户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10,000+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付费转化率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5%-8%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付费用户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500-800人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≥$200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LTV/CAC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≥3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融资资金使用总览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21"/>
                </a:solidFill>
                <a:latin typeface="Microsoft YaHei"/>
              </a:defRPr>
            </a:pPr>
            <a:r>
              <a:t>资金分配（以融资300万为例）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310896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团队扩充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150万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Microsoft YaHei"/>
              </a:defRPr>
            </a:pPr>
            <a:r>
              <a:t>9-10人团队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108960" cy="1828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推广运营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96万 (32%)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Microsoft YaHei"/>
              </a:defRPr>
            </a:pPr>
            <a:r>
              <a:t>全球化推广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737360"/>
            <a:ext cx="3108960" cy="18288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储备金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54万 (18%)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Microsoft YaHei"/>
              </a:defRPr>
            </a:pPr>
            <a:r>
              <a:t>风险储备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投资回报预期（融资后12个月）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438912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MRR目标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ARR换算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付费用户数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融资后3个月 (Q4 2025)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$5,000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$60,000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200+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融资后6个月 (Q1 2026)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$15,000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$180,000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500+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融资后9个月 (Q2 2026)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$30,000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$360,000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1,000+</a:t>
                      </a:r>
                    </a:p>
                  </a:txBody>
                  <a:tcPr>
                    <a:solidFill>
                      <a:srgbClr val="1F30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融资后12个月 (Q3 2026)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$600,000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1,500+</a:t>
                      </a:r>
                    </a:p>
                  </a:txBody>
                  <a:tcPr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核心承诺：融资后12个月内达到 ARR $600,000（约430万人民币）· 实现正向现金流 · 为A轮打下基础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2025 Roadmap · 全年关键里程碑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594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Q1 (1-3月)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651760" cy="438912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产品MVP开发 + 英文版上线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搭建美元支付体系（Stripe/Paddle）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种子用户获取，验证PMF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651760" cy="59436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Q2 (4-6月)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965960"/>
            <a:ext cx="2651760" cy="438912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Product Hunt发布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175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首批1000注册用户 / 100付费用户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40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MRR达$2,000+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63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准备融资材料（BP、财务模型、数据）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65176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Q3 (7-9月)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65960"/>
            <a:ext cx="2651760" cy="438912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7月启动融资，完成天使轮/Pre-A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175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团队扩充至5-7人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启动付费推广（Google Ads等）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663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MRR达$5,000-$10,000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280160"/>
            <a:ext cx="265176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Q4 (10-12月)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965960"/>
            <a:ext cx="2651760" cy="4389120"/>
          </a:xfrm>
          <a:prstGeom prst="roundRect">
            <a:avLst/>
          </a:prstGeom>
          <a:solidFill>
            <a:srgbClr val="1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1945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团队扩充至9-10人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175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MRR达$10,000-$15,000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840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产品迭代2.0版本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663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年终目标：ARR $120,000-$180,000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2024 → 教训与成长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2025 → 转型·出海·融资·突破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正视问题，不回避、不粉饰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拥抱AI，把技术变革转化为产品竞争力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从toB转向toC，拥抱规模化增长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出海赚美元，用全球市场打开收入天花板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7月融资，用资本加速团队和增长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小步快跑，快速验证、快速迭代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45720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2024年营收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74C3C"/>
                </a:solidFill>
                <a:latin typeface="Microsoft YaHei"/>
              </a:defRPr>
            </a:pPr>
            <a:r>
              <a:t>18.8万人民币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2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029200" cy="109728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2025年目标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ARR $120,000-$180,000（≈86-130万）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9C12"/>
                </a:solidFill>
                <a:latin typeface="Microsoft YaHei"/>
              </a:defRPr>
            </a:pPr>
            <a:r>
              <a:t>"不出海，就出局。"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9C12"/>
                </a:solidFill>
                <a:latin typeface="Microsoft YaHei"/>
              </a:defRPr>
            </a:pPr>
            <a:r>
              <a:t>"先用6个月证明自己，再用资本放大自己。"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9C12"/>
                </a:solidFill>
                <a:latin typeface="Microsoft YaHei"/>
              </a:defRPr>
            </a:pPr>
            <a:r>
              <a:t>在AI时代，10个人可以改变一个行业。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91840"/>
            <a:ext cx="3017520" cy="63500"/>
          </a:xfrm>
          <a:prstGeom prst="rect">
            <a:avLst/>
          </a:prstGeom>
          <a:solidFill>
            <a:srgbClr val="FF8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A7CBD"/>
                </a:solidFill>
                <a:latin typeface="Microsoft YaHei"/>
              </a:defRPr>
            </a:pPr>
            <a:r>
              <a:t>期待与团队共同迎接2025的挑战与机遇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Microsoft YaHei"/>
              </a:defRPr>
            </a:pPr>
            <a:r>
              <a:t>Let's Go Global!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联系方式 / 公司Logo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